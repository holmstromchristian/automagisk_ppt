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23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1DF0B82-F760-2A3E-2673-B4451BF8F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C590769-97E5-B57E-AA9C-944524B03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6184824-DFAB-FEC8-8BBA-009A96A1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3BA6770-3C58-C967-8A65-5D2579B89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A3CD36E-8087-A058-750F-7A5F9A9D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1100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891A227-211A-0432-F0C2-F35EC235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E8D7EA6-E1C2-B53E-DBA1-BD601B7D6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FD3F285-9464-2960-9FA9-CE69A565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E4E9A49-00F7-9541-93F1-037622A8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5428D04-067C-7FA3-BBC3-BBACA2BE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9126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5683272-FB64-0CC3-2E7A-B6AC83648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C2F4515-1255-5B18-2A07-F812E8DA0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D2CD353-C934-5DA4-9541-8DF1D4C4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810B882-09BE-7E91-CF25-3FDF20EC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EB08031-8863-438A-D953-89BC4A02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41266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1A598EE-316F-8209-8E02-5CAABF35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A87C75F-6EDC-6921-DE8D-ECF3B9387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A089693-F960-E0B9-D977-26DEE10E3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90951E16-1918-C3CE-2A17-0EEA58C0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2B846FC-DB54-5C00-B544-F01DB01A9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321D6F1-F307-489A-A171-D68A2BEB1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1940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5F283E1-D332-F100-624A-3EA72E27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058CB01-3719-BAE1-24EC-D782DC97E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6D771715-C827-6DE4-E533-1A96D3E83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3D1C120F-ED64-5ADD-654B-2C84F6DDE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02300A5-0C26-EF0F-09A8-2CE22D9FC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6576767F-A951-9D93-D1CE-42240ADBC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D01A2F4B-E9E9-B880-A35A-AF4BEBA6F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985B91F8-9B5E-528A-8D7F-CE961740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6265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04FE056-76A0-77E0-7DB0-423191AA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34F7A77-A25E-FB4B-2480-3B35A2DE7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755C3136-B388-A1C4-132F-0DB8AB7B9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D84B120-F301-4DEB-8CCD-4B1A30B4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826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43812B9D-8177-B783-80A4-24DCCA4AF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168AE7BB-1740-29CB-D93E-0BC52362F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BE83B69-8A9A-D37E-A064-C7A1E857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471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76A8383-EE00-27DA-823C-5E6AEAA6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1A0EAB9-192B-54DA-746D-DCF30C7BD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16FB387D-C773-E2D8-15E1-AC27FB1C5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F059EF2-B75C-4B9B-FFC9-B96A8ABB8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EC58C2D-D99A-1377-3B77-8008B7D7F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5A88B85-E5DE-F237-7F79-6CAC1A8AB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522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8556C5B-D524-3D87-1462-A36D0BB1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93079EDB-3F46-7741-1541-2B1B7B991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2EB45E9-E61E-B8F4-9EB2-3D535E7C6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0B7DA93-951B-9C6A-91BA-787B6AE4B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4429A9B7-72C6-626A-9BB1-C176AD7F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D0337C4-7099-8A04-7978-C0874C7F9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4709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2DAA709-C489-2CD7-FD93-CAB3DAD6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229C11DC-07D3-6709-9DDD-49EA63291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C345186-C05D-63B5-2A74-23799748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AFF84F3-E444-F392-F33E-553F0E15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88E8031-4D23-ABD2-E777-0A8CD164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0000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D2FD930D-E8C6-7614-1196-2BF5583E01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CA0FFE82-D21B-4287-DEB6-27B1BDD35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273F744-9A1A-5F96-55A4-40754816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662B897-021A-F0C1-9DA7-3697AC36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D06BC3C-DC4A-F5B4-0F16-9029C81B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128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923756B2-628F-BD31-FE5C-B18EB6C7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59ED324-4511-C876-CE3C-DA2928CDF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5634BD-5A0D-B3D9-5149-F3C491407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1678-D895-4987-8A8F-7A3BF5C51EA3}" type="datetimeFigureOut">
              <a:rPr lang="sv-SE" smtClean="0"/>
              <a:t>2026-10-15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A291B5E-C50E-9982-3DA5-6B8C51875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606F220-C30B-B738-DC9B-14A0BC700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2C018-0F80-4A60-AC1D-077B8BB1501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2516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-tema">
  <a:themeElements>
    <a:clrScheme name="IVO färger">
      <a:dk1>
        <a:sysClr val="windowText" lastClr="000000"/>
      </a:dk1>
      <a:lt1>
        <a:sysClr val="window" lastClr="FFFFFF"/>
      </a:lt1>
      <a:dk2>
        <a:srgbClr val="EB6623"/>
      </a:dk2>
      <a:lt2>
        <a:srgbClr val="E5EEE9"/>
      </a:lt2>
      <a:accent1>
        <a:srgbClr val="006666"/>
      </a:accent1>
      <a:accent2>
        <a:srgbClr val="EB6623"/>
      </a:accent2>
      <a:accent3>
        <a:srgbClr val="B4D4C4"/>
      </a:accent3>
      <a:accent4>
        <a:srgbClr val="BD3C4B"/>
      </a:accent4>
      <a:accent5>
        <a:srgbClr val="7FB2B2"/>
      </a:accent5>
      <a:accent6>
        <a:srgbClr val="D78992"/>
      </a:accent6>
      <a:hlink>
        <a:srgbClr val="000000"/>
      </a:hlink>
      <a:folHlink>
        <a:srgbClr val="00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Office-tema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Holmström</dc:creator>
  <cp:lastModifiedBy>Christian Holmström</cp:lastModifiedBy>
  <cp:revision>3</cp:revision>
  <dcterms:created xsi:type="dcterms:W3CDTF">2026-10-15T11:23:14Z</dcterms:created>
  <dcterms:modified xsi:type="dcterms:W3CDTF">2026-10-15T13:36:04Z</dcterms:modified>
</cp:coreProperties>
</file>